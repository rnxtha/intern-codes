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Joystick-Controlled 2-DOF Robotic Arm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Arduino-Based Project Presentation</a:t>
            </a:r>
          </a:p>
          <a:p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/>
            </a:pPr>
            <a:r>
              <a:t>What is a Robotic Arm?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&amp;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 robotic arm is a programmable mechanical arm that mimics the functions of a human arm.</a:t>
            </a:r>
          </a:p>
          <a:p>
            <a:pPr>
              <a:defRPr sz="2400"/>
            </a:pPr>
            <a:r>
              <a:t>Used in industry for precision tasks (welding, assembly, picking).</a:t>
            </a:r>
          </a:p>
          <a:p>
            <a:pPr>
              <a:defRPr sz="2400"/>
            </a:pPr>
            <a:r>
              <a:t>In education/hobby projects: Built with servo motors for controlled movement.</a:t>
            </a:r>
          </a:p>
          <a:p>
            <a:pPr>
              <a:defRPr sz="2400"/>
            </a:pPr>
            <a:r>
              <a:t>Degrees of Freedom (DOF): Number of independent movements.</a:t>
            </a:r>
          </a:p>
          <a:p>
            <a:pPr lvl="1">
              <a:defRPr sz="2400"/>
            </a:pPr>
            <a:r>
              <a:t>This project: 2 DOF (Base rotation + Arm lift)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/>
            </a:pPr>
            <a:r>
              <a:t>Project Inspiration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Real-World Examples</a:t>
            </a:r>
          </a:p>
        </p:txBody>
      </p:sp>
      <p:pic>
        <p:nvPicPr>
          <p:cNvPr id="3" name="Picture 2" descr="image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5657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Joystick-controlled robotic arms in 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Similar Projects</a:t>
            </a:r>
          </a:p>
        </p:txBody>
      </p:sp>
      <p:pic>
        <p:nvPicPr>
          <p:cNvPr id="3" name="Picture 2" descr="imag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69294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MeArm-style joystick control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Simple 2-DOF Designs</a:t>
            </a:r>
          </a:p>
        </p:txBody>
      </p:sp>
      <p:pic>
        <p:nvPicPr>
          <p:cNvPr id="3" name="Picture 2" descr="image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53813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Basic servo-based arm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</a:p>
        </p:txBody>
      </p:sp>
      <p:pic>
        <p:nvPicPr>
          <p:cNvPr id="3" name="Picture 2" descr="image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7543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Professional 2-DOF build guide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/>
            </a:pPr>
            <a:r>
              <a:t>Components Used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Arduino Uno/Nano</a:t>
            </a:r>
          </a:p>
          <a:p>
            <a:pPr>
              <a:defRPr sz="2400"/>
            </a:pPr>
            <a:r>
              <a:t>2 × Hobby Servo Motors (e.g., SG90/MG90S)</a:t>
            </a:r>
          </a:p>
          <a:p>
            <a:pPr lvl="1">
              <a:defRPr sz="2400"/>
            </a:pPr>
            <a:r>
              <a:t>Base servo (low load)</a:t>
            </a:r>
          </a:p>
          <a:p>
            <a:pPr lvl="1">
              <a:defRPr sz="2400"/>
            </a:pPr>
            <a:r>
              <a:t>Arm servo (higher load - 'hanged')</a:t>
            </a:r>
          </a:p>
          <a:p>
            <a:pPr>
              <a:defRPr sz="2400"/>
            </a:pPr>
            <a:r>
              <a:t>Analog Joystick Module (XY axes)</a:t>
            </a:r>
          </a:p>
          <a:p>
            <a:pPr>
              <a:defRPr sz="2400"/>
            </a:pPr>
            <a:r>
              <a:t>Breadboard &amp; Jumper Wires</a:t>
            </a:r>
          </a:p>
          <a:p>
            <a:pPr>
              <a:defRPr sz="2400"/>
            </a:pPr>
            <a:r>
              <a:t>External Power: 2× 3.7V batteries (~7.4V) or 4× AA</a:t>
            </a:r>
          </a:p>
          <a:p>
            <a:pPr>
              <a:defRPr sz="2400"/>
            </a:pPr>
            <a:r>
              <a:t>Optional: Capacitor for power stability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Joystick Module</a:t>
            </a:r>
          </a:p>
        </p:txBody>
      </p:sp>
      <p:pic>
        <p:nvPicPr>
          <p:cNvPr id="3" name="Picture 2" descr="image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7543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Dual-axis analog joystick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/>
            </a:pPr>
            <a:r>
              <a:t>Wiring &amp; Power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Joystick: GND → GND, +5V → 5V, VRx → A0, VRy → A1</a:t>
            </a:r>
          </a:p>
          <a:p>
            <a:pPr>
              <a:defRPr sz="2400"/>
            </a:pPr>
            <a:r>
              <a:t>Servos: Signal → Pins 3 &amp; 5</a:t>
            </a:r>
          </a:p>
          <a:p>
            <a:pPr lvl="1">
              <a:defRPr sz="2400"/>
            </a:pPr>
            <a:r>
              <a:t>Power (red) → External battery +</a:t>
            </a:r>
          </a:p>
          <a:p>
            <a:pPr lvl="1">
              <a:defRPr sz="2400"/>
            </a:pPr>
            <a:r>
              <a:t>Ground → External battery - + Arduino GND (common ground!)</a:t>
            </a:r>
          </a:p>
          <a:p>
            <a:pPr>
              <a:defRPr sz="2400"/>
            </a:pPr>
            <a:r>
              <a:t>Critical: External power prevents lag under load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Wiring Diagram</a:t>
            </a:r>
          </a:p>
        </p:txBody>
      </p:sp>
      <p:pic>
        <p:nvPicPr>
          <p:cNvPr id="3" name="Picture 2" descr="image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6309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Joystick &amp; Arduino connections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External Power Setup</a:t>
            </a:r>
          </a:p>
        </p:txBody>
      </p:sp>
      <p:pic>
        <p:nvPicPr>
          <p:cNvPr id="3" name="Picture 2" descr="image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6672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Safe servo powering with common ground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/>
            </a:pPr>
            <a:r>
              <a:t>Arduino Code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latin typeface="Consolas"/>
              </a:defRPr>
            </a:pPr>
            <a:r>
              <a:t>#include &lt;Servo.h&gt;</a:t>
            </a:r>
            <a:br/>
            <a:br/>
            <a:r>
              <a:t>Servo servoBase;  // Base</a:t>
            </a:r>
            <a:br/>
            <a:r>
              <a:t>Servo servoArm;   // Arm</a:t>
            </a:r>
            <a:br/>
            <a:br/>
            <a:r>
              <a:t>int joyX = A0;</a:t>
            </a:r>
            <a:br/>
            <a:r>
              <a:t>int joyY = A1;</a:t>
            </a:r>
            <a:br/>
            <a:br/>
            <a:r>
              <a:t>int currentPosBase = 90;</a:t>
            </a:r>
            <a:br/>
            <a:r>
              <a:t>int currentPosArm  = 90;</a:t>
            </a:r>
            <a:br/>
            <a:br/>
            <a:r>
              <a:t>void setup() {</a:t>
            </a:r>
            <a:br/>
            <a:r>
              <a:t>  servoBase.attach(3);</a:t>
            </a:r>
            <a:br/>
            <a:r>
              <a:t>  servoArm.attach(5);</a:t>
            </a:r>
            <a:br/>
            <a:r>
              <a:t>  servoBase.write(90);</a:t>
            </a:r>
            <a:br/>
            <a:r>
              <a:t>  servoArm.write(90);</a:t>
            </a:r>
            <a:br/>
            <a:r>
              <a:t>}</a:t>
            </a:r>
            <a:br/>
            <a:br/>
            <a:r>
              <a:t>void loop() {</a:t>
            </a:r>
            <a:br/>
            <a:r>
              <a:t>  int targetBase = map(analogRead(joyX), 0, 1023, 0, 180);</a:t>
            </a:r>
            <a:br/>
            <a:r>
              <a:t>  int targetArm  = map(analogRead(joyY), 0, 1023, 0, 180);</a:t>
            </a:r>
            <a:br/>
            <a:br/>
            <a:r>
              <a:t>  // Smooth incremental movement</a:t>
            </a:r>
            <a:br/>
            <a:r>
              <a:t>  if (currentPosBase &lt; targetBase) currentPosBase++;</a:t>
            </a:r>
            <a:br/>
            <a:r>
              <a:t>  else if (currentPosBase &gt; targetBase) currentPosBase--;</a:t>
            </a:r>
            <a:br/>
            <a:br/>
            <a:r>
              <a:t>  if (currentPosArm &lt; targetArm) currentPosArm++;</a:t>
            </a:r>
            <a:br/>
            <a:r>
              <a:t>  else if (currentPosArm &gt; targetArm) currentPosArm--;</a:t>
            </a:r>
            <a:br/>
            <a:br/>
            <a:r>
              <a:t>  servoBase.write(currentPosBase);</a:t>
            </a:r>
            <a:br/>
            <a:r>
              <a:t>  servoArm.write(currentPosArm);</a:t>
            </a:r>
            <a:br/>
            <a:br/>
            <a:r>
              <a:t>  delay(15);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/>
            </a:pPr>
            <a:r>
              <a:t>How It Works &amp; Troubleshooting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Joystick → Analog values (0-1023)</a:t>
            </a:r>
          </a:p>
          <a:p>
            <a:pPr>
              <a:defRPr sz="2400"/>
            </a:pPr>
            <a:r>
              <a:t>Mapped to 0-180° servo angles</a:t>
            </a:r>
          </a:p>
          <a:p>
            <a:pPr>
              <a:defRPr sz="2400"/>
            </a:pPr>
            <a:r>
              <a:t>Incremental steps (±1°) for smooth motion</a:t>
            </a:r>
          </a:p>
          <a:p>
            <a:pPr>
              <a:defRPr sz="2400"/>
            </a:pPr>
            <a:r>
              <a:t>External power solves lag on loaded servo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Issue: Arm servo laggy → USB power insufficient</a:t>
            </a:r>
          </a:p>
          <a:p>
            <a:pPr>
              <a:defRPr sz="2400"/>
            </a:pPr>
            <a:r>
              <a:t>Fix: External batteries + common ground</a:t>
            </a:r>
          </a:p>
          <a:p>
            <a:pPr>
              <a:defRPr sz="2400"/>
            </a:pPr>
            <a:r>
              <a:t>Tip: Always separate power for loaded servos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Complete &amp; Fully Functional</a:t>
            </a:r>
          </a:p>
          <a:p>
            <a:r>
              <a:t>Ready for expansions (gripper, more DOF)</a:t>
            </a:r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